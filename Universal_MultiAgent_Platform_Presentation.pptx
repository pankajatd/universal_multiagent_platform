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EA5E9"/>
                </a:solidFill>
              </a:defRPr>
            </a:pPr>
            <a:r>
              <a:t>ENTERPRISE MULTI-AGENT ORCHESTRATION &amp; RESILIENCE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Universal Multi-Agent LangGraph Platform</a:t>
            </a:r>
          </a:p>
          <a:p>
            <a:pPr>
              <a:spcAft>
                <a:spcPts val="2400"/>
              </a:spcAft>
              <a:defRPr sz="1700">
                <a:solidFill>
                  <a:srgbClr val="CBD5E1"/>
                </a:solidFill>
              </a:defRPr>
            </a:pPr>
            <a:r>
              <a:t>Unifying Industrial Vision RAG, Autonomous Face Quality Loops, and Document Intelligence into a Unified Cockpit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LangGraph • Streamlit Hub (:8550) • Adapter Design Pattern • Self-Healing Feedback Loops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UNIVERSAL MULTI-AGENT LANGGRAPH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The Enterprise Agent Silo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Fragmented AI Services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Disparate vision, NLP, and diagnostic models running on isolated endpoints.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Lack of standardized request/response contracts across teams.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Inconsistent telemetry, logging, and error tracking.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High maintenance overhead for separate UI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Brittle One-Way Pipelines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Traditional pipelines fail immediately upon receiving blurred or distorted inputs.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Zero autonomous self-correction or dynamic parameter tuning.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Manual operator intervention required for routine re-runs.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No closed-loop quality verification before output delivery.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The Unified Solution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Centralized LangGraph orchestration hub with dynamic adapter decoupling.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Self-healing feedback loops that correct degraded inputs automatically.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Shared UniversalResult schema standardizing all domain outputs.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Single-cockpit mission control with real-time graph visualization.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UNIVERSAL MULTI-AGENT LANGGRAPH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System Architecture: Decoupled Adapter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Design Principles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Zero-Modification Coupling: Underlying projects remain completely standalone.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Dynamic Sys.Path Resolution: Prevents module collisions between repositories.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Lazy Model Instantiation: Heavy vision/OCR weights loaded on-demand.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Standardized BaseProjectAdapter Interface: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• get_graph_definition() -&gt; Mermaid diagram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• render_input_controls() -&gt; Dynamic Streamlit forms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• execute(inputs) -&gt; Normalized UniversalResult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• render_results() -&gt; Domain-specific visualization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Project Registry &amp; Discovery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Singleton ProjectRegistry acts as central dispatch router.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Config-driven metadata mappings for icons, descriptions, and ports.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Supports hot-swapping and zero-downtime additions of new agents.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Universal state manager translates disparate TypedDict graphs into common schema.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Clean separation of concerns: Platform views never access raw model weights 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UNIVERSAL MULTI-AGENT LANGGRAPH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Universal State Contract: UniversalResult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Execution Metadata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project_key: Unique identifier ('industrial', 'face_detection', 'ocr').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status: Execution verdict ('success', 'partial', 'failed').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execution_time_ms: Precise execution latency in milliseconds.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agent_flow: Ordered list of nodes traversed in the state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Self-Healing Telemetry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self_healing_occurred: Boolean flag signaling autonomous correction.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healing_details: Detailed before/after metric deltas.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applied_operations: Specific corrective filters applied (e.g. CLAHE, regex).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iteration_count: Number of recursive loops before quality gate passage.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Payload &amp; Audit Trail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structured_data: Domain-specific outputs (boxes, OCR tokens, RAG SOPs).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execution_log: Step-by-step chronological audit trace.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raw_state: Complete unadulterated LangGraph graph state for deep debugging.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error_message: Optional error message if circuit breakers trip.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UNIVERSAL MULTI-AGENT LANGGRAPH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Project 1: Industrial Vision &amp; Diagnostic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Domain &amp; Mission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Automated defect triage on heavy industrial machinery and manufacturing components.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Detects Surface Cracks, Structural Spalls, Misalignments, and Thermal Fatigue.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Directly links physical defect observations to digital Standard Operating Procedures.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Eliminates reliance on outdated paper manuals and reduces plant downtime.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Runs standalone on Port 8080 or inside Universal Hub Port 8550.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Multi-Agent Mesh (6 Nodes)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Orchestrator Supervisor: Validates telemetry and routes defect request.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Vision Analysis Agent: Analyzes image morphology, edges, and texture.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Diagnostic Agent: Generates root-cause hypothesis and severity score.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4. SOP Knowledge RAG Agent: FAISS vector retrieval of OEM maintenance manuals.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5. Quality Gate: Evaluates confidence against 80% threshold.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6. Self-Healing Agent: Autonomous parameter tuning if confidence drops.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UNIVERSAL MULTI-AGENT LANGGRAPH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Industrial RAG: Decision Logic &amp; Quality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1. Synthetic Defect Ingestion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Simulates real manufacturing camera inputs with controlled defect types.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User selects defect archetype from dropdown or uploads plant inspection photo.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Standby card prevents accidental auto-execution until operator confirmation.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2. Semantic SOP Retrieval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FAISS vector database populated with industrial maintenance protocols.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Retrieves exact Lockout/Tagout (LOTO) steps and required PPE equipment.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Extracts estimated repair duration and critical tool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3. Quality Gate &amp; Self-Healing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Evaluates composite confidence: (Vision Score + Retrieval Score) / 2.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If Score &lt; 0.80: Loops back to Self-Healing Agent to adjust feature filters.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Outputs verified industrial remediation action plan with complete audit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UNIVERSAL MULTI-AGENT LANGGRAPH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Project 2: Autonomous Face Detection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Biometric Verification Under Hostile Conditions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Designed for surveillance, access control, and identity verification.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Addresses real-world image degradation: poor lighting, motion blur, and glare.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Traditional detectors fail or produce low-confidence false negatives.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This system wraps detection in an active quality-inspection feedback loop.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Runs standalone on Port 8050 or integrated inside Universal Hub Port 8550.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4-Agent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Face Detection Agent: Multi-scale cascade locator returning bounding boxes.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Quality Inspection Agent: Computes Laplacian blur variance &amp; contrast spread.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Image Enhancement Agent: Applies adaptive computer vision transforms.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4. Security Auditor Agent: Evaluates detection confidence and logs compliance trail.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Feedback Edge: If Quality &lt; Target, loops back to Enhancer (max 3 loops).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UNIVERSAL MULTI-AGENT LANGGRAPH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Face Quality Inspection &amp; Dynamic Enhancement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Metric: Laplacian Blur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Computes variance of the Laplacian convolution: Var(∇²I).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Low variance (&lt;100) indicates motion or lens defocus blur.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High variance (&gt;180) certifies sharp facial edge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Enhancement Pipeline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CLAHE: Contrast Limited Adaptive Histogram Equalization recovers dark shadow regions.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Unsharp Masking: High-pass frequency boost restores edge sharpness.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Gamma Correction (γ=1.2): Normalizes overexposed / washed-out illumination.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Interactive Viewport &amp; Controls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Unified toolbar: Upload Photos, Auto-Play, Play Uploads, Delete, Navigation.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Compact 370px responsive image frame showing side-by-side progression.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Neutral STANDBY badges eliminate false-positive SUCCESS indicators.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UNIVERSAL MULTI-AGENT LANGGRAPH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Project 3: Enterprise Document OCR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Document Intelligence Challenge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Enterprises process millions of non-standard receipts, invoices, and medical scripts.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Skewed scans, low DPI, and faint ink cause critical OCR transcription errors.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Single-pass OCR models lack domain knowledge to identify broken numbers or totals.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Requires multi-stage consensus, specialized document parsing, and typo healing.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8-Node LangGraph Architecture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Preprocessor: Deskewing, Otsu thresholding, DPI normalization.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Dual OCR Consensus: Parallel EasyOCR (deep learning) + Tesseract.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Orchestrator Classifier: Routes by document archetype.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4-6. Specialists: Dedicated Financial, Tabular, and Medical parsers.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7. Error Resolver: Autonomous regex and Levenshtein typo repair.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8. Postprocessor: Outputs structured JSON and side-by-side visualization.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UNIVERSAL MULTI-AGENT LANGGRAPH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OCR Auto-Healing &amp; Side-by-Side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Heuristic Auto-Healing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Regex replacement engine targeting common OCR confusion matrices: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• Fixes numeral zero confused with 'O': 'T0TAL' -&gt; 'TOTAL'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• Fixes broken currency decimals: '12o50' -&gt; '12.50'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  • Normalizes vendor names and dates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Specialist Routing Nodes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Financial Specialist: Line items, Subtotals, Tax %, Total calculation.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Table Specialist: Column alignment and structured grid extraction.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Medical Specialist: Medication dosage and prescription taxonomy.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Ergonomic Side-by-Side UI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Left panel occupies &lt;260px without scrolling.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Dedicated Text Zoom: Bigger 150%, Large 200%, Fit Page.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Original high-res scan paired side-by-side with corrected text for instant audit.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UNIVERSAL MULTI-AGENT LANGGRAPH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Multi-Service Port Architecture &amp; Daemons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Master Cockpit: Port 8550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Entrypoint: run_platform.py 8550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Aggregates all 3 multi-agent systems into a single tabbed Streamlit interface.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Operator can switch projects dynamically without restarting servers.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Shared session state preserves execution histories and audit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Industrial RAG: Port 8080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Entrypoint: dashboard.py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Dedicated manufacturing plant display for shop-floor technicians.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Direct connection to FAISS SOP index and synthetic defect generator.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Runs concurrently alongside the Universal Platform without conflict.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29260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Face Detection: Port 8050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Entrypoint: app.py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Dedicated biometric kiosk interface with real-time video stream support.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Live playback, multi-sample benchmark runner, and quality graph analyzer.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Independent daemon process accessible across local network.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UNIVERSAL MULTI-AGENT LANGGRAPH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Extensibility: Onboarding a 4th Domain in 15 Mins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3774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011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Step 1: Adapter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Create engine/&lt;domain&gt;_adapter.py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Subclass BaseProjectAdapter.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Implement get_name(), get_graph_definition(), and execute().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3774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3774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10512"/>
            <a:ext cx="2011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Step 2: Normalizer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Map domain state output to UniversalResult.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Record execution_time_ms, agent_flow, and healing_details.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Preserve raw state for deep debugging.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3774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3774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2011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Step 3: UI View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Create platform_views/&lt;domain&gt;_view.py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Render domain-specific charts, bounding boxes, or parsed tables.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Connect to Streamlit session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3774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645920"/>
            <a:ext cx="23774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810512"/>
            <a:ext cx="2011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Step 4: Register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Add to project_registry.py register_all().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Add metadata in config.py.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Platform auto-discovers and renders new sidebar selection.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UNIVERSAL MULTI-AGENT LANGGRAPH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Automated Verification &amp; Regression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Automated Test Script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Script: test_all_three_projects.py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Zero-UI Execution: Runs full multi-agent cycles in headless mode.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Validates all 3 graph topologies, conditional edges, and state normalizers.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Assures 100% test coverage before production deployment or GitHub push.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Instant pass/fail verdicts with latency and memory benchmarking.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Validation Checkpoints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✅ Industrial Vision: Successfully classifies defect and pulls SOP-CRACK-402.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✅ Face Detection: Validates multi-face boxes and confirms CLAHE healing trigger.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✅ Document OCR: Confirms dual-engine consensus and corrects OCR typos.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✅ Universal Contract: Validates all UniversalResult fields match schema.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✅ State Integrity: Ensures zero cross-contamination between projects.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EA5E9"/>
                </a:solidFill>
              </a:defRPr>
            </a:pPr>
            <a:r>
              <a:t>EXECUTIVE SUMMARY &amp; BUSINESS VALUE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Transforming Disparate AI Models into Resilient Autonomous Meshes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✔ Unified Mission Control: Consolidates 3 distinct AI subprojects into a single high-impact dashboard on port 8550.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✔ Autonomous Self-Healing: Eliminates manual pipeline restarts through closed-loop CV and regex corrective actions.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✔ Future-Proof Extensibility: Decoupled Adapter Pattern allows onboarding any new LangGraph project in under 15 minutes.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✔ Production Reliability: 100% automated regression test coverage across all nodes and state transitions.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✔ Enterprise Ready: Zero cloud-data leakage, comprehensive audit trails, and deterministic fallback circuit breakers.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